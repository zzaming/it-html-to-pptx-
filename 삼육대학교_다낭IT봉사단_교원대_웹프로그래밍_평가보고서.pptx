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Cover (PPT BIZCAM Dynamic Arc Graphic on Clean White)
&lt;p style="color: #475569; font-size: 17px; margin: 0 0 34px 0; font-weight: 500; line-height: 1.5; word-break: keep-all;"&gt;
집중 실습과 밀착 멘토링으로 완성한 IT 봉사 평가보고서
&lt;/p&gt;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01 팀 구성 및 시너지 (High Contrast &amp; Presentation Mode)
Left: Role &amp; Synergy (Enlarged Fonts, Zero Added Content)
1. IT 교육 담당 (컴퓨터공학부)
Synergy Connector
2. 통역 &amp; 라포 (항공관광외국어학부)
Right: 4-Member Team Back Photo (Exact 3:2 Ratio: 660px x 440px, Zero Crop)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02 활동 개요 (High Contrast &amp; Presentation Mode)
4 Key Impact Circles
2 Core Strategy Cards
Bottom High-Impact 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03 교육 대상 특성 및 도출 전략 (8-Node Hub &amp; Spoke)
SVG Connecting Branch Lines &amp; Outer Segmented Ring (ZERO INDENTATION)
Left Branch Lines (Center: 590, 260. Outer circle R=155)
Line 1: to Card 1 (Y=56)
Line 2: to Card 2 (Y=176)
Line 3: to Card 3 (Y=296)
Line 4: to Card 4 (Y=416)
Right Branch Lines (Center: 590, 260. Outer circle R=155)
Line 5: to Card 5 (Y=56)
Line 6: to Card 6 (Y=176)
Line 7: to Card 7 (Y=296)
Line 8: to Card 8 (Y=416)
Segmented Outer Ring (Center: 590, 260, R=156)
Enlarged Center Core Hub (HTML Circle: 280px x 280px)
Main Title
3 Core Strategy Action Cards
4 Left Cards: 학습자 특성 (HTML)
Card 1 (Top-Left): 💻 코딩 첫걸음
Card 2: ⚠️ 영문 에러 장벽
Card 3: 🗣️ 언어 소통 한계
Card 4 (Bottom-Left): 🔥 높은 학습 열의
4 Right Cards: 현장 환경 및 운영 과제 (HTML)
Card 5 (Top-Right): ⏳ 10일 집중 일정
Card 6: 🖥️ 실습실 PC 환경
Card 7: 📊 개인별 진도 편차
Card 8 (Bottom-Right): 🤝 학습 몰입 &amp; 라포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04 10일간의 커리큘럼 로드맵 (5-Step Interlocking Process Flow)
SVG Timeline Nodes &amp; 200px Enlarged Interlocking Chevrons
Horizontal Dotted Connecting Line (Y=38)
Intermediate Connection Dots
Node 01: HTML (Center: 110, 38) - 25% Arc
Node 02: CSS (Center: 348, 38) - 50% Arc
Node 03: Reinforcement &amp; Cultural Exchange (Center: 586, 38) - 70% Arc
Node 04: JS (Center: 824, 38) - 88% Arc
Node 05: Showcase (Center: 1062, 38) - 100% Arc
5 Enlarged Interlocking Chevrons (Height: 200px, Y: 92 to 292)
Chevron 1: Step 01 (0 to 238)
Chevron 2: Step 02 (214 to 476)
Chevron 3: Step 03 (452 to 714)
Chevron 4: Step 04 (690 to 952)
Chevron 5: Step 05 (928 to 1172)
Bottom Strategy Summary 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05 핵심 교수법: 1:2 초밀착 멘토링 (Open Linear Layout)
Left: 1~3 Items with Expanded Spacing (gap: 52px)
Item 1: 1+2번 결합 (밀착 빠른 케어)
Item 2: 신규 2번 (실습 위주의 수업 진행)
Item 3: 기존 3번 유지
Right: Large Photo Frame (460px)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06 현지 눈높이 맞춤형 교재
Top 3 Feature Cards with Left Accent Bar (Width: 1040px)
Card 1
Card 2
Card 3
5-Card Stepped Overlap Gallery (Exact 16:9 Ratio 464px x 261px, Zero Crop &amp; Staircase Offset)
Card 1: Day 1 HTML Basics
Card 2: Day 2 HTML Form &amp; Preview
Card 3: Day 3 CSS Box Model
Card 4: Day 4 CSS Flexbox
Card 5: Day 7 JS DOM Object Tree (Fully Exposed)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07 최종 결과물 쇼케이스 (Open Layout + Live Mockup)
Vertically Centered Grid (Lowered with margin-top: 85px to balance top and bottom space)
Left Column: 1~3 Items + Quote Box
Item 1
Item 2
Item 3
Quote Box
Right Column: Uncropped Browser Mockup Frame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08 문화교류 활동 (Polaroid Photowall Collage)
4-Polaroid Photo-wall Grid (2 Rows x 2 Columns)
Polaroid 1: 윷놀이
Polaroid 2: 딱지치기
Polaroid 3: 몸으로 말해요
Polaroid 4: 문화교류와 우정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09 어려움 극복 스토리 (3D Isometric Arrow Staircase)
[안내] 아래 각 STEP의 텍스트(제목, 설명, 성과)를 직접 자유롭게 수정하실 수 있습니다.
3D 계단 배경 일러스트
==============================================
STEP 04 (최종 완주)
==============================================
==============================================
STEP 03 (밀착 케어)
==============================================
==============================================
STEP 02 (부담 완화)
==============================================
==============================================
STEP 01 (언어 장벽)
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10 팀원들의 성장과 완주 소회 (Top 4 Quotes + Bottom Wide Photo)
Top Row: 4 Members Reflection Cards in 1 Row
1. 김예원 단원 (컴퓨터공학부)
2. 박정우 단원 (컴퓨터공학부)
3. 조명현 단원 (컴퓨터공학부)
4. 허서정 단원 (항공관광외국어학부)
Bottom Row: Wide Panoramic Group Photo Frame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11 클로징 (PPT BIZCAM Bold Minimalist Closing)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2026-09-06T20:24:09Z</dcterms:created>
  <dcterms:modified xsi:type="dcterms:W3CDTF">2026-09-06T20:24:09Z</dcterms:modified>
</cp:coreProperties>
</file>